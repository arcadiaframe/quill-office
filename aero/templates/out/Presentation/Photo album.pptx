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00000"/>
            <a:ext cx="12192000" cy="900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0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Montserrat"/>
              </a:rPr>
              <a:t>[Album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500000"/>
            <a:ext cx="10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BFD7F2"/>
                </a:solidFill>
                <a:latin typeface="Lato"/>
              </a:rPr>
              <a:t>[Occasion] · [Date or place]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00000" y="500000"/>
            <a:ext cx="9400000" cy="5000000"/>
          </a:xfrm>
          <a:prstGeom prst="rect">
            <a:avLst/>
          </a:prstGeom>
          <a:solidFill>
            <a:srgbClr val="DDE6F1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5F6B7A"/>
                </a:solidFill>
              </a:rPr>
              <a:t>Insert → Image to add a photo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5700000"/>
            <a:ext cx="9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D3557"/>
                </a:solidFill>
                <a:latin typeface="Caveat"/>
              </a:rPr>
              <a:t>[Caption for this photo]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00000" y="500000"/>
            <a:ext cx="9400000" cy="5000000"/>
          </a:xfrm>
          <a:prstGeom prst="rect">
            <a:avLst/>
          </a:prstGeom>
          <a:solidFill>
            <a:srgbClr val="DDE6F1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5F6B7A"/>
                </a:solidFill>
              </a:rPr>
              <a:t>Insert → Image to add a photo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5700000"/>
            <a:ext cx="9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D3557"/>
                </a:solidFill>
                <a:latin typeface="Caveat"/>
              </a:rPr>
              <a:t>[Caption for this photo]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00000" y="500000"/>
            <a:ext cx="9400000" cy="5000000"/>
          </a:xfrm>
          <a:prstGeom prst="rect">
            <a:avLst/>
          </a:prstGeom>
          <a:solidFill>
            <a:srgbClr val="DDE6F1"/>
          </a:solidFill>
          <a:ln w="762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5F6B7A"/>
                </a:solidFill>
              </a:rPr>
              <a:t>Insert → Image to add a photo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5700000"/>
            <a:ext cx="9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D3557"/>
                </a:solidFill>
                <a:latin typeface="Caveat"/>
              </a:rPr>
              <a:t>[Caption for this photo]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