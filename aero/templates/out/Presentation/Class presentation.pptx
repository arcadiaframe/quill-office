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00000"/>
            <a:ext cx="12192000" cy="900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000000"/>
            <a:ext cx="10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Montserrat"/>
              </a:rPr>
              <a:t>[Topic of Your Presentation]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500000"/>
            <a:ext cx="10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BFD7F2"/>
                </a:solidFill>
                <a:latin typeface="Lato"/>
              </a:rPr>
              <a:t>[Your Name] · [Class]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What I'll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[Question or problem]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[Background]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[What I found]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[Conclusion]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[Key fact or context]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[Why this topic matters]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What I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[Finding one, with evidence]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[Finding two, with evidence]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[Finding three, with evidence]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[Answer to the question]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[What I learned]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[Question for the audience]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[Author, Title, Year]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3557"/>
                </a:solidFill>
                <a:latin typeface="Lato"/>
              </a:rPr>
              <a:t>•  [Website name, page title, date accessed]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