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00000"/>
            <a:ext cx="12192000" cy="900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0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Montserrat"/>
              </a:rPr>
              <a:t>[Project Name] Status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500000"/>
            <a:ext cx="10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BFD7F2"/>
                </a:solidFill>
                <a:latin typeface="Lato"/>
              </a:rPr>
              <a:t>[Team]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Overall status: [On track / At risk / Off track]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[One-sentence summary of progress]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[Key decision needed, if any]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Progress since last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[Milestone reached]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[Work completed]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[Metric: X of Y done]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Risks and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[Risk] – [impact] – [mitigation]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[Issue] – [owner] – [due date]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[Next milestone and date]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[Upcoming work]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[Help needed from stakeholders]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